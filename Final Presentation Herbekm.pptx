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77" r:id="rId6"/>
    <p:sldId id="268" r:id="rId7"/>
    <p:sldId id="286" r:id="rId8"/>
    <p:sldId id="293" r:id="rId9"/>
    <p:sldId id="260" r:id="rId10"/>
    <p:sldId id="297" r:id="rId11"/>
    <p:sldId id="29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B1BBD6-95EF-4A18-BF41-B8E7715109EF}" v="16" dt="2025-12-09T16:40:43.643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204" autoAdjust="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nan Herbe" userId="9c18ae21941c0c52" providerId="LiveId" clId="{7F03C71C-802D-4E08-92D7-E18369874A98}"/>
    <pc:docChg chg="undo custSel addSld delSld modSld">
      <pc:chgData name="Keenan Herbe" userId="9c18ae21941c0c52" providerId="LiveId" clId="{7F03C71C-802D-4E08-92D7-E18369874A98}" dt="2025-12-09T16:41:11.245" v="906" actId="1076"/>
      <pc:docMkLst>
        <pc:docMk/>
      </pc:docMkLst>
      <pc:sldChg chg="addSp delSp modSp mod">
        <pc:chgData name="Keenan Herbe" userId="9c18ae21941c0c52" providerId="LiveId" clId="{7F03C71C-802D-4E08-92D7-E18369874A98}" dt="2025-12-09T04:26:22.309" v="48" actId="1076"/>
        <pc:sldMkLst>
          <pc:docMk/>
          <pc:sldMk cId="566997565" sldId="260"/>
        </pc:sldMkLst>
        <pc:spChg chg="mod">
          <ac:chgData name="Keenan Herbe" userId="9c18ae21941c0c52" providerId="LiveId" clId="{7F03C71C-802D-4E08-92D7-E18369874A98}" dt="2025-12-09T04:24:05.685" v="39" actId="20577"/>
          <ac:spMkLst>
            <pc:docMk/>
            <pc:sldMk cId="566997565" sldId="260"/>
            <ac:spMk id="11" creationId="{B1B29E87-9C2C-400B-834D-4E4BD6E944D0}"/>
          </ac:spMkLst>
        </pc:spChg>
        <pc:picChg chg="del">
          <ac:chgData name="Keenan Herbe" userId="9c18ae21941c0c52" providerId="LiveId" clId="{7F03C71C-802D-4E08-92D7-E18369874A98}" dt="2025-12-09T04:22:37.107" v="12" actId="478"/>
          <ac:picMkLst>
            <pc:docMk/>
            <pc:sldMk cId="566997565" sldId="260"/>
            <ac:picMk id="4" creationId="{E26AA505-81E7-33B5-AE77-1BD0B5271F72}"/>
          </ac:picMkLst>
        </pc:picChg>
        <pc:picChg chg="add mod">
          <ac:chgData name="Keenan Herbe" userId="9c18ae21941c0c52" providerId="LiveId" clId="{7F03C71C-802D-4E08-92D7-E18369874A98}" dt="2025-12-09T04:26:22.309" v="48" actId="1076"/>
          <ac:picMkLst>
            <pc:docMk/>
            <pc:sldMk cId="566997565" sldId="260"/>
            <ac:picMk id="5" creationId="{B9E352E1-A3B4-75EA-C656-351E03D22B1F}"/>
          </ac:picMkLst>
        </pc:picChg>
        <pc:picChg chg="del">
          <ac:chgData name="Keenan Herbe" userId="9c18ae21941c0c52" providerId="LiveId" clId="{7F03C71C-802D-4E08-92D7-E18369874A98}" dt="2025-12-09T04:22:38.652" v="13" actId="478"/>
          <ac:picMkLst>
            <pc:docMk/>
            <pc:sldMk cId="566997565" sldId="260"/>
            <ac:picMk id="6" creationId="{3F137288-9B95-4ACA-C3A8-F0BAB833303B}"/>
          </ac:picMkLst>
        </pc:picChg>
        <pc:picChg chg="del">
          <ac:chgData name="Keenan Herbe" userId="9c18ae21941c0c52" providerId="LiveId" clId="{7F03C71C-802D-4E08-92D7-E18369874A98}" dt="2025-12-09T04:22:40.124" v="14" actId="478"/>
          <ac:picMkLst>
            <pc:docMk/>
            <pc:sldMk cId="566997565" sldId="260"/>
            <ac:picMk id="8" creationId="{B0AF22BC-C383-6387-EB45-14A044A8A203}"/>
          </ac:picMkLst>
        </pc:picChg>
        <pc:picChg chg="add mod">
          <ac:chgData name="Keenan Herbe" userId="9c18ae21941c0c52" providerId="LiveId" clId="{7F03C71C-802D-4E08-92D7-E18369874A98}" dt="2025-12-09T04:26:20.973" v="47" actId="1076"/>
          <ac:picMkLst>
            <pc:docMk/>
            <pc:sldMk cId="566997565" sldId="260"/>
            <ac:picMk id="9" creationId="{E9B22096-EFE0-0696-AD52-50D7C458E6D7}"/>
          </ac:picMkLst>
        </pc:picChg>
      </pc:sldChg>
      <pc:sldChg chg="modSp mod">
        <pc:chgData name="Keenan Herbe" userId="9c18ae21941c0c52" providerId="LiveId" clId="{7F03C71C-802D-4E08-92D7-E18369874A98}" dt="2025-12-09T15:50:24.390" v="624" actId="20577"/>
        <pc:sldMkLst>
          <pc:docMk/>
          <pc:sldMk cId="4151694508" sldId="268"/>
        </pc:sldMkLst>
        <pc:spChg chg="mod">
          <ac:chgData name="Keenan Herbe" userId="9c18ae21941c0c52" providerId="LiveId" clId="{7F03C71C-802D-4E08-92D7-E18369874A98}" dt="2025-12-09T15:50:24.390" v="624" actId="20577"/>
          <ac:spMkLst>
            <pc:docMk/>
            <pc:sldMk cId="4151694508" sldId="268"/>
            <ac:spMk id="6" creationId="{5A6B31B0-7B84-475D-961F-09C0191F91A2}"/>
          </ac:spMkLst>
        </pc:spChg>
      </pc:sldChg>
      <pc:sldChg chg="del">
        <pc:chgData name="Keenan Herbe" userId="9c18ae21941c0c52" providerId="LiveId" clId="{7F03C71C-802D-4E08-92D7-E18369874A98}" dt="2025-12-08T06:52:53.947" v="0" actId="47"/>
        <pc:sldMkLst>
          <pc:docMk/>
          <pc:sldMk cId="2436493926" sldId="276"/>
        </pc:sldMkLst>
      </pc:sldChg>
      <pc:sldChg chg="del">
        <pc:chgData name="Keenan Herbe" userId="9c18ae21941c0c52" providerId="LiveId" clId="{7F03C71C-802D-4E08-92D7-E18369874A98}" dt="2025-12-08T06:52:54.971" v="1" actId="47"/>
        <pc:sldMkLst>
          <pc:docMk/>
          <pc:sldMk cId="4252466045" sldId="279"/>
        </pc:sldMkLst>
      </pc:sldChg>
      <pc:sldChg chg="modSp mod">
        <pc:chgData name="Keenan Herbe" userId="9c18ae21941c0c52" providerId="LiveId" clId="{7F03C71C-802D-4E08-92D7-E18369874A98}" dt="2025-12-09T16:38:54.021" v="867" actId="20577"/>
        <pc:sldMkLst>
          <pc:docMk/>
          <pc:sldMk cId="1418789964" sldId="286"/>
        </pc:sldMkLst>
        <pc:spChg chg="mod">
          <ac:chgData name="Keenan Herbe" userId="9c18ae21941c0c52" providerId="LiveId" clId="{7F03C71C-802D-4E08-92D7-E18369874A98}" dt="2025-12-09T16:38:54.021" v="867" actId="20577"/>
          <ac:spMkLst>
            <pc:docMk/>
            <pc:sldMk cId="1418789964" sldId="286"/>
            <ac:spMk id="10" creationId="{D818AF76-B9AB-8E9B-D250-99BA34637C91}"/>
          </ac:spMkLst>
        </pc:spChg>
        <pc:spChg chg="mod">
          <ac:chgData name="Keenan Herbe" userId="9c18ae21941c0c52" providerId="LiveId" clId="{7F03C71C-802D-4E08-92D7-E18369874A98}" dt="2025-12-09T15:58:46.700" v="796" actId="1076"/>
          <ac:spMkLst>
            <pc:docMk/>
            <pc:sldMk cId="1418789964" sldId="286"/>
            <ac:spMk id="11" creationId="{FAE0B6AD-CA38-B7F8-EC78-9D686A737F65}"/>
          </ac:spMkLst>
        </pc:spChg>
      </pc:sldChg>
      <pc:sldChg chg="addSp modSp mod">
        <pc:chgData name="Keenan Herbe" userId="9c18ae21941c0c52" providerId="LiveId" clId="{7F03C71C-802D-4E08-92D7-E18369874A98}" dt="2025-12-09T16:17:29.209" v="845" actId="20577"/>
        <pc:sldMkLst>
          <pc:docMk/>
          <pc:sldMk cId="4228019469" sldId="293"/>
        </pc:sldMkLst>
        <pc:spChg chg="mod">
          <ac:chgData name="Keenan Herbe" userId="9c18ae21941c0c52" providerId="LiveId" clId="{7F03C71C-802D-4E08-92D7-E18369874A98}" dt="2025-12-09T16:17:29.209" v="845" actId="20577"/>
          <ac:spMkLst>
            <pc:docMk/>
            <pc:sldMk cId="4228019469" sldId="293"/>
            <ac:spMk id="3" creationId="{7996CC74-9C6B-01C5-EB30-A598A27EFBA8}"/>
          </ac:spMkLst>
        </pc:spChg>
        <pc:picChg chg="add mod">
          <ac:chgData name="Keenan Herbe" userId="9c18ae21941c0c52" providerId="LiveId" clId="{7F03C71C-802D-4E08-92D7-E18369874A98}" dt="2025-12-09T04:22:28.115" v="11" actId="14100"/>
          <ac:picMkLst>
            <pc:docMk/>
            <pc:sldMk cId="4228019469" sldId="293"/>
            <ac:picMk id="6" creationId="{75D80D7A-0F32-E45C-EAEA-E3F888B6D5F8}"/>
          </ac:picMkLst>
        </pc:picChg>
      </pc:sldChg>
      <pc:sldChg chg="modSp new del mod">
        <pc:chgData name="Keenan Herbe" userId="9c18ae21941c0c52" providerId="LiveId" clId="{7F03C71C-802D-4E08-92D7-E18369874A98}" dt="2025-12-09T04:32:47.013" v="530" actId="2696"/>
        <pc:sldMkLst>
          <pc:docMk/>
          <pc:sldMk cId="1555049733" sldId="294"/>
        </pc:sldMkLst>
        <pc:spChg chg="mod">
          <ac:chgData name="Keenan Herbe" userId="9c18ae21941c0c52" providerId="LiveId" clId="{7F03C71C-802D-4E08-92D7-E18369874A98}" dt="2025-12-09T04:29:32.194" v="71" actId="20577"/>
          <ac:spMkLst>
            <pc:docMk/>
            <pc:sldMk cId="1555049733" sldId="294"/>
            <ac:spMk id="2" creationId="{6ADF1B35-5643-D98C-62FB-223E551E9801}"/>
          </ac:spMkLst>
        </pc:spChg>
      </pc:sldChg>
      <pc:sldChg chg="del">
        <pc:chgData name="Keenan Herbe" userId="9c18ae21941c0c52" providerId="LiveId" clId="{7F03C71C-802D-4E08-92D7-E18369874A98}" dt="2025-12-08T06:52:56.995" v="2" actId="47"/>
        <pc:sldMkLst>
          <pc:docMk/>
          <pc:sldMk cId="1614043676" sldId="294"/>
        </pc:sldMkLst>
      </pc:sldChg>
      <pc:sldChg chg="addSp modSp new mod">
        <pc:chgData name="Keenan Herbe" userId="9c18ae21941c0c52" providerId="LiveId" clId="{7F03C71C-802D-4E08-92D7-E18369874A98}" dt="2025-12-09T16:41:11.245" v="906" actId="1076"/>
        <pc:sldMkLst>
          <pc:docMk/>
          <pc:sldMk cId="3179184606" sldId="295"/>
        </pc:sldMkLst>
        <pc:spChg chg="mod">
          <ac:chgData name="Keenan Herbe" userId="9c18ae21941c0c52" providerId="LiveId" clId="{7F03C71C-802D-4E08-92D7-E18369874A98}" dt="2025-12-09T04:29:57.500" v="94" actId="20577"/>
          <ac:spMkLst>
            <pc:docMk/>
            <pc:sldMk cId="3179184606" sldId="295"/>
            <ac:spMk id="2" creationId="{609FFF0A-761D-42A7-1E21-A985911C9B41}"/>
          </ac:spMkLst>
        </pc:spChg>
        <pc:spChg chg="mod">
          <ac:chgData name="Keenan Herbe" userId="9c18ae21941c0c52" providerId="LiveId" clId="{7F03C71C-802D-4E08-92D7-E18369874A98}" dt="2025-12-09T04:40:19.943" v="567" actId="255"/>
          <ac:spMkLst>
            <pc:docMk/>
            <pc:sldMk cId="3179184606" sldId="295"/>
            <ac:spMk id="3" creationId="{46129EF0-A6FE-15B0-5B7A-C55D0BD62CAA}"/>
          </ac:spMkLst>
        </pc:spChg>
        <pc:spChg chg="mod">
          <ac:chgData name="Keenan Herbe" userId="9c18ae21941c0c52" providerId="LiveId" clId="{7F03C71C-802D-4E08-92D7-E18369874A98}" dt="2025-12-09T16:41:11.245" v="906" actId="1076"/>
          <ac:spMkLst>
            <pc:docMk/>
            <pc:sldMk cId="3179184606" sldId="295"/>
            <ac:spMk id="4" creationId="{FA6B76F6-A87B-058B-B33E-ECC066471C4E}"/>
          </ac:spMkLst>
        </pc:spChg>
        <pc:spChg chg="add">
          <ac:chgData name="Keenan Herbe" userId="9c18ae21941c0c52" providerId="LiveId" clId="{7F03C71C-802D-4E08-92D7-E18369874A98}" dt="2025-12-09T04:31:36.126" v="383"/>
          <ac:spMkLst>
            <pc:docMk/>
            <pc:sldMk cId="3179184606" sldId="295"/>
            <ac:spMk id="6" creationId="{65AA0C34-A697-4C18-3803-DB509DAF273E}"/>
          </ac:spMkLst>
        </pc:spChg>
      </pc:sldChg>
      <pc:sldChg chg="modSp new mod">
        <pc:chgData name="Keenan Herbe" userId="9c18ae21941c0c52" providerId="LiveId" clId="{7F03C71C-802D-4E08-92D7-E18369874A98}" dt="2025-12-09T04:32:56.703" v="540" actId="20577"/>
        <pc:sldMkLst>
          <pc:docMk/>
          <pc:sldMk cId="170434679" sldId="296"/>
        </pc:sldMkLst>
        <pc:spChg chg="mod">
          <ac:chgData name="Keenan Herbe" userId="9c18ae21941c0c52" providerId="LiveId" clId="{7F03C71C-802D-4E08-92D7-E18369874A98}" dt="2025-12-09T04:32:56.703" v="540" actId="20577"/>
          <ac:spMkLst>
            <pc:docMk/>
            <pc:sldMk cId="170434679" sldId="296"/>
            <ac:spMk id="2" creationId="{3E7B94A5-4058-3E88-AB79-D854A85A6EBA}"/>
          </ac:spMkLst>
        </pc:spChg>
      </pc:sldChg>
    </pc:docChg>
  </pc:docChgLst>
  <pc:docChgLst>
    <pc:chgData name="Keenan Herbe" userId="9c18ae21941c0c52" providerId="LiveId" clId="{C2A896B1-0602-4BD2-B2E0-69D2487CDA46}"/>
    <pc:docChg chg="custSel addSld delSld modSld">
      <pc:chgData name="Keenan Herbe" userId="9c18ae21941c0c52" providerId="LiveId" clId="{C2A896B1-0602-4BD2-B2E0-69D2487CDA46}" dt="2025-12-09T21:35:07.188" v="53" actId="1076"/>
      <pc:docMkLst>
        <pc:docMk/>
      </pc:docMkLst>
      <pc:sldChg chg="addSp delSp modSp mod">
        <pc:chgData name="Keenan Herbe" userId="9c18ae21941c0c52" providerId="LiveId" clId="{C2A896B1-0602-4BD2-B2E0-69D2487CDA46}" dt="2025-12-09T21:22:56.399" v="33" actId="1076"/>
        <pc:sldMkLst>
          <pc:docMk/>
          <pc:sldMk cId="566997565" sldId="260"/>
        </pc:sldMkLst>
        <pc:spChg chg="mod">
          <ac:chgData name="Keenan Herbe" userId="9c18ae21941c0c52" providerId="LiveId" clId="{C2A896B1-0602-4BD2-B2E0-69D2487CDA46}" dt="2025-12-09T21:19:49.832" v="21" actId="20577"/>
          <ac:spMkLst>
            <pc:docMk/>
            <pc:sldMk cId="566997565" sldId="260"/>
            <ac:spMk id="11" creationId="{B1B29E87-9C2C-400B-834D-4E4BD6E944D0}"/>
          </ac:spMkLst>
        </pc:spChg>
        <pc:picChg chg="add mod">
          <ac:chgData name="Keenan Herbe" userId="9c18ae21941c0c52" providerId="LiveId" clId="{C2A896B1-0602-4BD2-B2E0-69D2487CDA46}" dt="2025-12-09T21:22:56.399" v="33" actId="1076"/>
          <ac:picMkLst>
            <pc:docMk/>
            <pc:sldMk cId="566997565" sldId="260"/>
            <ac:picMk id="4" creationId="{0DC7C309-8EBA-79B1-1A0A-CBB9985D0C62}"/>
          </ac:picMkLst>
        </pc:picChg>
        <pc:picChg chg="del">
          <ac:chgData name="Keenan Herbe" userId="9c18ae21941c0c52" providerId="LiveId" clId="{C2A896B1-0602-4BD2-B2E0-69D2487CDA46}" dt="2025-12-09T21:19:30.205" v="0" actId="478"/>
          <ac:picMkLst>
            <pc:docMk/>
            <pc:sldMk cId="566997565" sldId="260"/>
            <ac:picMk id="5" creationId="{B9E352E1-A3B4-75EA-C656-351E03D22B1F}"/>
          </ac:picMkLst>
        </pc:picChg>
        <pc:picChg chg="add mod">
          <ac:chgData name="Keenan Herbe" userId="9c18ae21941c0c52" providerId="LiveId" clId="{C2A896B1-0602-4BD2-B2E0-69D2487CDA46}" dt="2025-12-09T21:22:53.795" v="32" actId="1076"/>
          <ac:picMkLst>
            <pc:docMk/>
            <pc:sldMk cId="566997565" sldId="260"/>
            <ac:picMk id="7" creationId="{138266D2-300F-DFF0-CB9D-A9DDF288881C}"/>
          </ac:picMkLst>
        </pc:picChg>
        <pc:picChg chg="del">
          <ac:chgData name="Keenan Herbe" userId="9c18ae21941c0c52" providerId="LiveId" clId="{C2A896B1-0602-4BD2-B2E0-69D2487CDA46}" dt="2025-12-09T21:20:03.517" v="25" actId="478"/>
          <ac:picMkLst>
            <pc:docMk/>
            <pc:sldMk cId="566997565" sldId="260"/>
            <ac:picMk id="9" creationId="{E9B22096-EFE0-0696-AD52-50D7C458E6D7}"/>
          </ac:picMkLst>
        </pc:picChg>
      </pc:sldChg>
      <pc:sldChg chg="del">
        <pc:chgData name="Keenan Herbe" userId="9c18ae21941c0c52" providerId="LiveId" clId="{C2A896B1-0602-4BD2-B2E0-69D2487CDA46}" dt="2025-12-09T21:20:14.580" v="26" actId="2696"/>
        <pc:sldMkLst>
          <pc:docMk/>
          <pc:sldMk cId="3179184606" sldId="295"/>
        </pc:sldMkLst>
      </pc:sldChg>
      <pc:sldChg chg="addSp delSp modSp new mod">
        <pc:chgData name="Keenan Herbe" userId="9c18ae21941c0c52" providerId="LiveId" clId="{C2A896B1-0602-4BD2-B2E0-69D2487CDA46}" dt="2025-12-09T21:35:07.188" v="53" actId="1076"/>
        <pc:sldMkLst>
          <pc:docMk/>
          <pc:sldMk cId="1048171506" sldId="297"/>
        </pc:sldMkLst>
        <pc:spChg chg="mod">
          <ac:chgData name="Keenan Herbe" userId="9c18ae21941c0c52" providerId="LiveId" clId="{C2A896B1-0602-4BD2-B2E0-69D2487CDA46}" dt="2025-12-09T21:34:23.424" v="47" actId="20577"/>
          <ac:spMkLst>
            <pc:docMk/>
            <pc:sldMk cId="1048171506" sldId="297"/>
            <ac:spMk id="2" creationId="{EE34E1B9-D341-6B0E-5BF1-F037E727E94F}"/>
          </ac:spMkLst>
        </pc:spChg>
        <pc:spChg chg="del">
          <ac:chgData name="Keenan Herbe" userId="9c18ae21941c0c52" providerId="LiveId" clId="{C2A896B1-0602-4BD2-B2E0-69D2487CDA46}" dt="2025-12-09T21:35:03.880" v="52" actId="478"/>
          <ac:spMkLst>
            <pc:docMk/>
            <pc:sldMk cId="1048171506" sldId="297"/>
            <ac:spMk id="3" creationId="{C22333DE-997E-9281-E1D8-BDDF620E76F2}"/>
          </ac:spMkLst>
        </pc:spChg>
        <pc:picChg chg="add mod">
          <ac:chgData name="Keenan Herbe" userId="9c18ae21941c0c52" providerId="LiveId" clId="{C2A896B1-0602-4BD2-B2E0-69D2487CDA46}" dt="2025-12-09T21:35:07.188" v="53" actId="1076"/>
          <ac:picMkLst>
            <pc:docMk/>
            <pc:sldMk cId="1048171506" sldId="297"/>
            <ac:picMk id="6" creationId="{ECC14801-AE2B-2F93-1F4B-0E5BCEAD59F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401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8025" y="314023"/>
            <a:ext cx="7932125" cy="3754123"/>
          </a:xfrm>
        </p:spPr>
        <p:txBody>
          <a:bodyPr>
            <a:normAutofit/>
          </a:bodyPr>
          <a:lstStyle/>
          <a:p>
            <a:r>
              <a:rPr lang="en-US" dirty="0"/>
              <a:t>Evolving Test Cases with Genetic Algorithms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F71669-E4B6-3476-8769-9F7B47ECDAA5}"/>
              </a:ext>
            </a:extLst>
          </p:cNvPr>
          <p:cNvSpPr txBox="1"/>
          <p:nvPr/>
        </p:nvSpPr>
        <p:spPr>
          <a:xfrm>
            <a:off x="7700270" y="5187820"/>
            <a:ext cx="1694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Keenan Herbe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2"/>
            <a:ext cx="6343650" cy="1138082"/>
          </a:xfrm>
        </p:spPr>
        <p:txBody>
          <a:bodyPr>
            <a:normAutofit/>
          </a:bodyPr>
          <a:lstStyle/>
          <a:p>
            <a:r>
              <a:rPr lang="en-ZA" dirty="0"/>
              <a:t>Motivation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11959" y="2743199"/>
            <a:ext cx="7203816" cy="2829379"/>
          </a:xfrm>
        </p:spPr>
        <p:txBody>
          <a:bodyPr>
            <a:normAutofit/>
          </a:bodyPr>
          <a:lstStyle/>
          <a:p>
            <a:r>
              <a:rPr lang="en-US" dirty="0"/>
              <a:t>Manual tests miss edge cases (poor coverage)</a:t>
            </a:r>
          </a:p>
          <a:p>
            <a:r>
              <a:rPr lang="en-US" dirty="0"/>
              <a:t>-&gt; Undetected bugs</a:t>
            </a:r>
          </a:p>
          <a:p>
            <a:r>
              <a:rPr lang="en-US" dirty="0"/>
              <a:t>-&gt; Technical debt</a:t>
            </a:r>
          </a:p>
          <a:p>
            <a:r>
              <a:rPr lang="en-US" dirty="0"/>
              <a:t>Random testing is simple but </a:t>
            </a:r>
            <a:r>
              <a:rPr lang="en-US" b="1" dirty="0"/>
              <a:t>inefficient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/>
          <a:lstStyle/>
          <a:p>
            <a:r>
              <a:rPr lang="en-US" dirty="0"/>
              <a:t>Project Goal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94578" y="2590800"/>
            <a:ext cx="4991797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Focus: Apply genetic algorithm to </a:t>
            </a:r>
            <a:r>
              <a:rPr lang="en-US" sz="2400" dirty="0" err="1"/>
              <a:t>LeetCode</a:t>
            </a:r>
            <a:r>
              <a:rPr lang="en-US" sz="2400" dirty="0"/>
              <a:t> algorithmic problems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Compare GA-generated inputs vs random test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Target metrics: code coverage + logic bug detection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6F49A4-AF59-CE77-0258-94EEDB9AA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620" y="4219207"/>
            <a:ext cx="6535062" cy="26387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0E70A9-A892-160B-B683-89D8F6DB9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068" y="2070192"/>
            <a:ext cx="4991797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7427" y="346059"/>
            <a:ext cx="7889768" cy="755407"/>
          </a:xfrm>
        </p:spPr>
        <p:txBody>
          <a:bodyPr/>
          <a:lstStyle/>
          <a:p>
            <a:r>
              <a:rPr lang="en-US" dirty="0"/>
              <a:t>Genetic Algorithm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775F16-FC1F-67C6-0E1A-BAEA76D62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6" y="505829"/>
            <a:ext cx="2593910" cy="5912157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D818AF76-B9AB-8E9B-D250-99BA34637C9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961231" y="3091184"/>
            <a:ext cx="471805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Chromosome: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Encoded inputs 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(arrays, numbers, strings)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Fitness: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Coverage % +</a:t>
            </a:r>
            <a:r>
              <a:rPr lang="en-US" altLang="en-US" dirty="0">
                <a:latin typeface="Arial" panose="020B0604020202020204" pitchFamily="34" charset="0"/>
              </a:rPr>
              <a:t> (k *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bugs detected)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Operators: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Selection (tournament), 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Crossover (2-point), 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Evolve inputs over generations → more likely to hit tricky cases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FAE0B6AD-CA38-B7F8-EC78-9D686A737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1231" y="1488010"/>
            <a:ext cx="471805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Correct &amp; buggy answer implementations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Evaluator compares outputs to measure failures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Uses coverage library to measure coverage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09CA42E-4A93-3764-3CA4-AA223259B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474" y="1264094"/>
            <a:ext cx="3562169" cy="545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FD270-41C8-83AE-F871-23C2B6A28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7996CC74-9C6B-01C5-EB30-A598A27EFBA8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88043" y="2221675"/>
            <a:ext cx="7198608" cy="367823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coverage_utils.py: Evaluator function, Coverage function</a:t>
            </a:r>
          </a:p>
          <a:p>
            <a:r>
              <a:rPr lang="en-US" dirty="0"/>
              <a:t>random_generator.py: Problem-specific random input generation</a:t>
            </a:r>
          </a:p>
          <a:p>
            <a:r>
              <a:rPr lang="en-US" dirty="0"/>
              <a:t>experiment.py: Orchestrates GA vs random testing, records results</a:t>
            </a:r>
          </a:p>
          <a:p>
            <a:r>
              <a:rPr lang="en-US" dirty="0"/>
              <a:t>Modular: can add new problems by specifying correct/buggy + input generator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FB964-842A-F422-AB0E-2126129C9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D80D7A-0F32-E45C-EAEA-E3F888B6D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8238" y="0"/>
            <a:ext cx="2924356" cy="686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019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1B29E87-9C2C-400B-834D-4E4BD6E9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55" y="896112"/>
            <a:ext cx="10665845" cy="1325563"/>
          </a:xfrm>
        </p:spPr>
        <p:txBody>
          <a:bodyPr/>
          <a:lstStyle/>
          <a:p>
            <a:r>
              <a:rPr lang="en-US" dirty="0"/>
              <a:t>Evaluation of 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0EB401-2F91-2D90-C859-96484861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0DC7C309-8EBA-79B1-1A0A-CBB9985D0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47" y="1983166"/>
            <a:ext cx="11767931" cy="1922912"/>
          </a:xfrm>
          <a:prstGeom prst="rect">
            <a:avLst/>
          </a:prstGeom>
        </p:spPr>
      </p:pic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38266D2-300F-DFF0-CB9D-A9DDF2888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6" y="4398587"/>
            <a:ext cx="12056108" cy="170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4E1B9-D341-6B0E-5BF1-F037E727E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 tuning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8C6DE-7B15-C5C2-1DA3-D99EE10C3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CC14801-AE2B-2F93-1F4B-0E5BCEAD5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24" y="2910910"/>
            <a:ext cx="10402752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171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94A5-4058-3E88-AB79-D854A85A6E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043467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{F4098B31-F437-43B5-BE60-68DABAA4D247}TF55c86556-70ea-476e-aa05-13a38f2d5b0da1381d77_win32-a3c664429073</Template>
  <TotalTime>303</TotalTime>
  <Words>190</Words>
  <Application>Microsoft Office PowerPoint</Application>
  <PresentationFormat>Widescreen</PresentationFormat>
  <Paragraphs>44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Avenir Next LT Pro</vt:lpstr>
      <vt:lpstr>Calibri</vt:lpstr>
      <vt:lpstr>Custom</vt:lpstr>
      <vt:lpstr>Evolving Test Cases with Genetic Algorithms</vt:lpstr>
      <vt:lpstr>Motivation</vt:lpstr>
      <vt:lpstr>Project Goal</vt:lpstr>
      <vt:lpstr>Genetic Algorithm</vt:lpstr>
      <vt:lpstr>Implementation</vt:lpstr>
      <vt:lpstr>Evaluation of Results</vt:lpstr>
      <vt:lpstr>Fine tuning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Keenan Herbe</dc:creator>
  <cp:lastModifiedBy>Keenan Herbe</cp:lastModifiedBy>
  <cp:revision>1</cp:revision>
  <dcterms:created xsi:type="dcterms:W3CDTF">2025-12-08T06:09:36Z</dcterms:created>
  <dcterms:modified xsi:type="dcterms:W3CDTF">2025-12-09T21:35:11Z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